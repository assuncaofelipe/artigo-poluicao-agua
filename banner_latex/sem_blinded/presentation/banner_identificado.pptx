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19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identifi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00000" cy="4319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