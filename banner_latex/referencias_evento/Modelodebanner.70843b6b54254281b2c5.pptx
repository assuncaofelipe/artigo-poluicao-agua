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60" r:id="rId5"/>
  </p:sldIdLst>
  <p:sldSz cx="28800425" cy="43200638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C04A50-E345-A8E9-F4F9-FB75D45882F2}" v="1" dt="2025-08-29T19:10:39.865"/>
    <p1510:client id="{364BDE26-F098-42DC-88C8-4606617D9E26}" v="1523" dt="2025-08-29T19:23:18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" d="100"/>
          <a:sy n="13" d="100"/>
        </p:scale>
        <p:origin x="285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Vieira Pinto" userId="S::daniel.pinto.1@ebserh.gov.br::952eefaf-88f1-4f72-a0bc-aba333ca244c" providerId="AD" clId="Web-{364BDE26-F098-42DC-88C8-4606617D9E26}"/>
    <pc:docChg chg="modSld">
      <pc:chgData name="Daniel Vieira Pinto" userId="S::daniel.pinto.1@ebserh.gov.br::952eefaf-88f1-4f72-a0bc-aba333ca244c" providerId="AD" clId="Web-{364BDE26-F098-42DC-88C8-4606617D9E26}" dt="2025-08-29T19:23:18.514" v="819" actId="14100"/>
      <pc:docMkLst>
        <pc:docMk/>
      </pc:docMkLst>
      <pc:sldChg chg="addSp modSp">
        <pc:chgData name="Daniel Vieira Pinto" userId="S::daniel.pinto.1@ebserh.gov.br::952eefaf-88f1-4f72-a0bc-aba333ca244c" providerId="AD" clId="Web-{364BDE26-F098-42DC-88C8-4606617D9E26}" dt="2025-08-29T19:23:18.514" v="819" actId="14100"/>
        <pc:sldMkLst>
          <pc:docMk/>
          <pc:sldMk cId="1725566004" sldId="260"/>
        </pc:sldMkLst>
        <pc:spChg chg="add mod">
          <ac:chgData name="Daniel Vieira Pinto" userId="S::daniel.pinto.1@ebserh.gov.br::952eefaf-88f1-4f72-a0bc-aba333ca244c" providerId="AD" clId="Web-{364BDE26-F098-42DC-88C8-4606617D9E26}" dt="2025-08-29T19:20:18.647" v="774" actId="20577"/>
          <ac:spMkLst>
            <pc:docMk/>
            <pc:sldMk cId="1725566004" sldId="260"/>
            <ac:spMk id="2" creationId="{5AA5C8DB-CDA4-1CBD-9D7E-9C265A0D7878}"/>
          </ac:spMkLst>
        </pc:spChg>
        <pc:spChg chg="mod">
          <ac:chgData name="Daniel Vieira Pinto" userId="S::daniel.pinto.1@ebserh.gov.br::952eefaf-88f1-4f72-a0bc-aba333ca244c" providerId="AD" clId="Web-{364BDE26-F098-42DC-88C8-4606617D9E26}" dt="2025-08-29T19:21:18.681" v="796" actId="20577"/>
          <ac:spMkLst>
            <pc:docMk/>
            <pc:sldMk cId="1725566004" sldId="260"/>
            <ac:spMk id="7" creationId="{A69B1B09-635C-4FF5-2F21-EB5811DA3307}"/>
          </ac:spMkLst>
        </pc:spChg>
        <pc:spChg chg="mod">
          <ac:chgData name="Daniel Vieira Pinto" userId="S::daniel.pinto.1@ebserh.gov.br::952eefaf-88f1-4f72-a0bc-aba333ca244c" providerId="AD" clId="Web-{364BDE26-F098-42DC-88C8-4606617D9E26}" dt="2025-08-29T19:21:52.463" v="814" actId="20577"/>
          <ac:spMkLst>
            <pc:docMk/>
            <pc:sldMk cId="1725566004" sldId="260"/>
            <ac:spMk id="8" creationId="{83AEFB1C-0C27-B07A-1895-6CC968FDEEA2}"/>
          </ac:spMkLst>
        </pc:spChg>
        <pc:spChg chg="mod">
          <ac:chgData name="Daniel Vieira Pinto" userId="S::daniel.pinto.1@ebserh.gov.br::952eefaf-88f1-4f72-a0bc-aba333ca244c" providerId="AD" clId="Web-{364BDE26-F098-42DC-88C8-4606617D9E26}" dt="2025-08-29T19:23:18.514" v="819" actId="14100"/>
          <ac:spMkLst>
            <pc:docMk/>
            <pc:sldMk cId="1725566004" sldId="260"/>
            <ac:spMk id="22" creationId="{B5074BA0-0E8C-6AC1-80C5-5F1951F7DF2C}"/>
          </ac:spMkLst>
        </pc:spChg>
        <pc:picChg chg="mod">
          <ac:chgData name="Daniel Vieira Pinto" userId="S::daniel.pinto.1@ebserh.gov.br::952eefaf-88f1-4f72-a0bc-aba333ca244c" providerId="AD" clId="Web-{364BDE26-F098-42DC-88C8-4606617D9E26}" dt="2025-08-29T19:22:59.935" v="817" actId="14100"/>
          <ac:picMkLst>
            <pc:docMk/>
            <pc:sldMk cId="1725566004" sldId="260"/>
            <ac:picMk id="21" creationId="{35F1F23E-7E6C-5A72-9842-5D9A147E4A15}"/>
          </ac:picMkLst>
        </pc:picChg>
      </pc:sldChg>
    </pc:docChg>
  </pc:docChgLst>
  <pc:docChgLst>
    <pc:chgData name="Bruna Monteiro Rodrigues" userId="S::bruna.rodrigues@ebserh.gov.br::f6950237-ffb2-4dfe-9aaf-e5c9b279fc47" providerId="AD" clId="Web-{02C04A50-E345-A8E9-F4F9-FB75D45882F2}"/>
    <pc:docChg chg="modSld">
      <pc:chgData name="Bruna Monteiro Rodrigues" userId="S::bruna.rodrigues@ebserh.gov.br::f6950237-ffb2-4dfe-9aaf-e5c9b279fc47" providerId="AD" clId="Web-{02C04A50-E345-A8E9-F4F9-FB75D45882F2}" dt="2025-08-29T19:10:39.865" v="0" actId="1076"/>
      <pc:docMkLst>
        <pc:docMk/>
      </pc:docMkLst>
      <pc:sldChg chg="modSp">
        <pc:chgData name="Bruna Monteiro Rodrigues" userId="S::bruna.rodrigues@ebserh.gov.br::f6950237-ffb2-4dfe-9aaf-e5c9b279fc47" providerId="AD" clId="Web-{02C04A50-E345-A8E9-F4F9-FB75D45882F2}" dt="2025-08-29T19:10:39.865" v="0" actId="1076"/>
        <pc:sldMkLst>
          <pc:docMk/>
          <pc:sldMk cId="1725566004" sldId="260"/>
        </pc:sldMkLst>
        <pc:picChg chg="mod">
          <ac:chgData name="Bruna Monteiro Rodrigues" userId="S::bruna.rodrigues@ebserh.gov.br::f6950237-ffb2-4dfe-9aaf-e5c9b279fc47" providerId="AD" clId="Web-{02C04A50-E345-A8E9-F4F9-FB75D45882F2}" dt="2025-08-29T19:10:39.865" v="0" actId="1076"/>
          <ac:picMkLst>
            <pc:docMk/>
            <pc:sldMk cId="1725566004" sldId="260"/>
            <ac:picMk id="21" creationId="{35F1F23E-7E6C-5A72-9842-5D9A147E4A1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E8EDC-E0EE-412E-9D90-9EF2626D7E3B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82825" y="1241425"/>
            <a:ext cx="22320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810E7-7033-46B0-B751-6325DABACB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7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070108"/>
            <a:ext cx="24480361" cy="1504022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68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78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0770172"/>
            <a:ext cx="24840367" cy="17970262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8910440"/>
            <a:ext cx="24840367" cy="9450136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5657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107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00044"/>
            <a:ext cx="24840367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0590160"/>
            <a:ext cx="12183928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5780233"/>
            <a:ext cx="12183928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0590160"/>
            <a:ext cx="12243932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5780233"/>
            <a:ext cx="12243932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719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6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31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220102"/>
            <a:ext cx="14580215" cy="30700453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788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220102"/>
            <a:ext cx="14580215" cy="30700453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66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4595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300034"/>
            <a:ext cx="6210092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300034"/>
            <a:ext cx="18270270" cy="366105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32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1C9B6-0E42-4A36-A06E-5F0188E8A0F4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A8DE5-5BDE-4BC0-8492-4453C9F111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77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B5074BA0-0E8C-6AC1-80C5-5F1951F7DF2C}"/>
              </a:ext>
            </a:extLst>
          </p:cNvPr>
          <p:cNvSpPr/>
          <p:nvPr/>
        </p:nvSpPr>
        <p:spPr>
          <a:xfrm>
            <a:off x="840470" y="1290918"/>
            <a:ext cx="26926718" cy="40637446"/>
          </a:xfrm>
          <a:prstGeom prst="roundRect">
            <a:avLst>
              <a:gd name="adj" fmla="val 1867"/>
            </a:avLst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5A076C6-A51B-E57A-133A-B0CB77601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2694658"/>
            <a:ext cx="436289" cy="269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16003" tIns="108002" rIns="216003" bIns="108002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 sz="1607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78E0C0E-1BAA-ECFB-E501-6879BC067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652" y="13028157"/>
            <a:ext cx="436289" cy="1744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16003" tIns="108002" rIns="216003" bIns="108002" numCol="1" anchor="ctr" anchorCtr="0" compatLnSpc="1">
            <a:prstTxWarp prst="textNoShape">
              <a:avLst/>
            </a:prstTxWarp>
            <a:spAutoFit/>
          </a:bodyPr>
          <a:lstStyle/>
          <a:p>
            <a:pPr defTabSz="2159996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5669" b="1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defTabSz="2159996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4252">
              <a:latin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69B1B09-635C-4FF5-2F21-EB5811DA3307}"/>
              </a:ext>
            </a:extLst>
          </p:cNvPr>
          <p:cNvSpPr txBox="1"/>
          <p:nvPr/>
        </p:nvSpPr>
        <p:spPr>
          <a:xfrm>
            <a:off x="6439091" y="6714349"/>
            <a:ext cx="17031820" cy="36652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TÍTULO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Nome SOBRENOME</a:t>
            </a:r>
            <a:r>
              <a:rPr lang="pt-BR" sz="4800" baseline="30000" dirty="0">
                <a:latin typeface="Times New Roman"/>
                <a:ea typeface="Times New Roman" panose="02020603050405020304" pitchFamily="18" charset="0"/>
                <a:cs typeface="Times New Roman"/>
              </a:rPr>
              <a:t>1</a:t>
            </a: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, Nome SOBRENOME...</a:t>
            </a:r>
          </a:p>
          <a:p>
            <a:pPr algn="ctr">
              <a:lnSpc>
                <a:spcPct val="114999"/>
              </a:lnSpc>
              <a:spcAft>
                <a:spcPts val="1000"/>
              </a:spcAft>
            </a:pPr>
            <a:r>
              <a:rPr lang="pt-BR" sz="4000" baseline="30000" dirty="0">
                <a:latin typeface="Times New Roman"/>
                <a:ea typeface="Times New Roman" panose="02020603050405020304" pitchFamily="18" charset="0"/>
                <a:cs typeface="Times New Roman"/>
              </a:rPr>
              <a:t>1</a:t>
            </a:r>
            <a:r>
              <a:rPr lang="pt-BR" sz="4000" dirty="0">
                <a:latin typeface="Times New Roman"/>
                <a:ea typeface="Times New Roman" panose="02020603050405020304" pitchFamily="18" charset="0"/>
                <a:cs typeface="Times New Roman"/>
              </a:rPr>
              <a:t>Afiliações com numeração sobrescrita</a:t>
            </a:r>
            <a:endParaRPr lang="pt-BR" sz="4000" dirty="0">
              <a:effectLst/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3AEFB1C-0C27-B07A-1895-6CC968FDEEA2}"/>
              </a:ext>
            </a:extLst>
          </p:cNvPr>
          <p:cNvSpPr txBox="1"/>
          <p:nvPr/>
        </p:nvSpPr>
        <p:spPr>
          <a:xfrm>
            <a:off x="1827137" y="10900201"/>
            <a:ext cx="12141197" cy="268387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4800" b="1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1. </a:t>
            </a:r>
            <a:r>
              <a:rPr lang="pt-BR" sz="4800" b="1" dirty="0">
                <a:latin typeface="Times New Roman"/>
                <a:ea typeface="Times New Roman" panose="02020603050405020304" pitchFamily="18" charset="0"/>
                <a:cs typeface="Times New Roman"/>
              </a:rPr>
              <a:t>INTRODUÇÃO</a:t>
            </a:r>
            <a:endParaRPr lang="pt-BR" sz="4800" dirty="0">
              <a:effectLst/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Usar cabeçalho conforme no topo do Pôster</a:t>
            </a: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4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Título em corpo 72 Times new Roman em negrito, caixa alta e baixa. Subtítulos em corpo 48 Times new Roman em negrito em caixa alta e baixa.  </a:t>
            </a: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Afiliações em 40 Times new Roman. O</a:t>
            </a:r>
            <a:r>
              <a:rPr lang="pt-BR" sz="4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corpo do texto deve ser em Times new Roman, normal, tamanho 36.</a:t>
            </a: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4800" b="1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2. </a:t>
            </a:r>
            <a:r>
              <a:rPr lang="pt-BR" sz="4800" b="1" dirty="0">
                <a:latin typeface="Times New Roman"/>
                <a:ea typeface="Times New Roman" panose="02020603050405020304" pitchFamily="18" charset="0"/>
                <a:cs typeface="Times New Roman"/>
              </a:rPr>
              <a:t>OBJETIVOS</a:t>
            </a:r>
            <a:endParaRPr lang="pt-BR" sz="4800" dirty="0">
              <a:effectLst/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Resolução das imagens deve ser em 300 </a:t>
            </a:r>
            <a:r>
              <a:rPr lang="pt-BR" sz="4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dpi</a:t>
            </a:r>
            <a:r>
              <a:rPr lang="pt-BR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Lembre-se de responder a cada um dos objetivos em sua conclusão de forma sintetizada.</a:t>
            </a:r>
            <a:endParaRPr lang="pt-BR" sz="4800" dirty="0">
              <a:effectLst/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4800" b="1" dirty="0">
                <a:latin typeface="Times New Roman"/>
                <a:ea typeface="Times New Roman" panose="02020603050405020304" pitchFamily="18" charset="0"/>
                <a:cs typeface="Times New Roman"/>
              </a:rPr>
              <a:t>3</a:t>
            </a:r>
            <a:r>
              <a:rPr lang="pt-BR" sz="4800" b="1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. </a:t>
            </a:r>
            <a:r>
              <a:rPr lang="pt-BR" sz="4800" b="1" dirty="0">
                <a:latin typeface="Times New Roman"/>
                <a:ea typeface="Times New Roman" panose="02020603050405020304" pitchFamily="18" charset="0"/>
                <a:cs typeface="Times New Roman"/>
              </a:rPr>
              <a:t>MÉTODOS</a:t>
            </a:r>
            <a:endParaRPr lang="pt-BR" sz="4800" dirty="0">
              <a:effectLst/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diagramação interna do Pôster é livre e as referências devem seguir normas da ABNT.</a:t>
            </a: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Evite utilizar neste tópico longas explanações. Para deixar mais dinâmico, utilize flowcharts.</a:t>
            </a: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Podem ser utilizadas imagens e gráficos, sendo os mesmos referenciados no corpo do texto. </a:t>
            </a:r>
            <a:endParaRPr lang="pt-BR" sz="4800" dirty="0">
              <a:effectLst/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Lembre-se de que toda imagem utilizada deve ser referenciada da fonte ou citada como 'Fonte Própria'.</a:t>
            </a:r>
            <a:endParaRPr lang="pt-BR" sz="4800" dirty="0"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A5C8DB-CDA4-1CBD-9D7E-9C265A0D7878}"/>
              </a:ext>
            </a:extLst>
          </p:cNvPr>
          <p:cNvSpPr txBox="1"/>
          <p:nvPr/>
        </p:nvSpPr>
        <p:spPr>
          <a:xfrm>
            <a:off x="15054612" y="10900201"/>
            <a:ext cx="12141197" cy="268561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4800" b="1" dirty="0">
                <a:latin typeface="Times New Roman"/>
                <a:ea typeface="Times New Roman" panose="02020603050405020304" pitchFamily="18" charset="0"/>
                <a:cs typeface="Times New Roman"/>
              </a:rPr>
              <a:t>4. RESULTADOS E DISCUSSÃO</a:t>
            </a:r>
            <a:endParaRPr lang="pt-BR" b="1" dirty="0"/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Evite utilizar neste tópico longas explanações. Para deixar mais dinâmico, utilize flowcharts.</a:t>
            </a: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Podem ser utilizadas imagens e gráficos, sendo os mesmos referenciados no corpo do texto. </a:t>
            </a:r>
            <a:endParaRPr lang="pt-BR" sz="4800" dirty="0">
              <a:effectLst/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Lembre-se de que toda imagem utilizada deve ser referenciada da fonte ou citada como 'Fonte Própria’.</a:t>
            </a:r>
            <a:endParaRPr lang="pt-BR" sz="4800" dirty="0"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b="1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b="1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b="1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b="1" dirty="0">
                <a:latin typeface="Times New Roman"/>
                <a:ea typeface="Times New Roman" panose="02020603050405020304" pitchFamily="18" charset="0"/>
                <a:cs typeface="Times New Roman"/>
              </a:rPr>
              <a:t>5. CONCLUSÃO</a:t>
            </a:r>
            <a:endParaRPr lang="pt-BR" sz="4800" b="1" dirty="0"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Busque responder os objetivos citados. Para isso, dê preferência a uma conclusão em estrutura de tópicos.</a:t>
            </a:r>
            <a:endParaRPr lang="pt-BR" sz="4800" dirty="0"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b="1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b="1" dirty="0">
                <a:latin typeface="Times New Roman"/>
                <a:ea typeface="Times New Roman" panose="02020603050405020304" pitchFamily="18" charset="0"/>
                <a:cs typeface="Times New Roman"/>
              </a:rPr>
              <a:t>REFERÊNCIAS BIBLIOGRÁFICAS</a:t>
            </a:r>
            <a:endParaRPr lang="pt-BR" sz="4800" b="1" dirty="0"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dirty="0">
                <a:latin typeface="Times New Roman"/>
                <a:ea typeface="Times New Roman" panose="02020603050405020304" pitchFamily="18" charset="0"/>
                <a:cs typeface="Times New Roman"/>
              </a:rPr>
              <a:t>Lembre-se de referenciar aqui conforme ABNT as referências citadas no texto.</a:t>
            </a:r>
            <a:endParaRPr lang="pt-BR" sz="4800" dirty="0"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endParaRPr lang="pt-BR" sz="4800" dirty="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4800" b="1" dirty="0">
                <a:latin typeface="Times New Roman"/>
                <a:ea typeface="Times New Roman" panose="02020603050405020304" pitchFamily="18" charset="0"/>
                <a:cs typeface="Times New Roman"/>
              </a:rPr>
              <a:t>AGRADECIMENTOS:</a:t>
            </a:r>
            <a:endParaRPr lang="pt-BR" sz="4800" b="1" dirty="0"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4999"/>
              </a:lnSpc>
              <a:spcAft>
                <a:spcPts val="1000"/>
              </a:spcAft>
            </a:pPr>
            <a:r>
              <a:rPr lang="pt-BR" sz="2000" dirty="0">
                <a:latin typeface="Times New Roman"/>
                <a:ea typeface="Times New Roman" panose="02020603050405020304" pitchFamily="18" charset="0"/>
                <a:cs typeface="Times New Roman"/>
              </a:rPr>
              <a:t>Manter rodapé para constar como instituições de agradecimento.</a:t>
            </a:r>
            <a:endParaRPr lang="pt-BR" sz="2000" dirty="0">
              <a:latin typeface="Times New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4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E88E9202-B182-417B-C3E9-880EA867C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" t="68851" r="2405"/>
          <a:stretch>
            <a:fillRect/>
          </a:stretch>
        </p:blipFill>
        <p:spPr>
          <a:xfrm>
            <a:off x="1261836" y="39861889"/>
            <a:ext cx="26162573" cy="2018467"/>
          </a:xfrm>
          <a:prstGeom prst="rect">
            <a:avLst/>
          </a:prstGeom>
        </p:spPr>
      </p:pic>
      <p:pic>
        <p:nvPicPr>
          <p:cNvPr id="20" name="Imagem 19" descr="Banco de provas">
            <a:extLst>
              <a:ext uri="{FF2B5EF4-FFF2-40B4-BE49-F238E27FC236}">
                <a16:creationId xmlns:a16="http://schemas.microsoft.com/office/drawing/2014/main" id="{F69C8346-36C9-73CA-B419-A5EE771A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949" y="40081200"/>
            <a:ext cx="1694764" cy="169476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AC79134-C12D-C23F-23C8-4BD16F3F79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122"/>
          <a:stretch>
            <a:fillRect/>
          </a:stretch>
        </p:blipFill>
        <p:spPr>
          <a:xfrm>
            <a:off x="840471" y="1290918"/>
            <a:ext cx="26926718" cy="490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5660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D3C2F5B6928B45B998840343FF8DA7" ma:contentTypeVersion="3" ma:contentTypeDescription="Crie um novo documento." ma:contentTypeScope="" ma:versionID="11431ea0ba1dcb141b6c06d7d3392e0d">
  <xsd:schema xmlns:xsd="http://www.w3.org/2001/XMLSchema" xmlns:xs="http://www.w3.org/2001/XMLSchema" xmlns:p="http://schemas.microsoft.com/office/2006/metadata/properties" xmlns:ns2="8f7335e6-a38f-466f-8f62-29154e54f9d3" targetNamespace="http://schemas.microsoft.com/office/2006/metadata/properties" ma:root="true" ma:fieldsID="15e5cf4cc1650617a34eb44cedd1083e" ns2:_="">
    <xsd:import namespace="8f7335e6-a38f-466f-8f62-29154e54f9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7335e6-a38f-466f-8f62-29154e54f9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914BDE-D798-4947-B42F-B3E7CFFFFCBE}">
  <ds:schemaRefs>
    <ds:schemaRef ds:uri="09d3a0a4-c0e7-41c8-926f-a41db0467adf"/>
    <ds:schemaRef ds:uri="241b9e1e-dccb-4558-a4fd-df449341fc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A847A24-C5E1-477D-A667-3A8BA4D7FB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7D94F0-C3F8-4001-98FB-7F6FBC85775D}">
  <ds:schemaRefs>
    <ds:schemaRef ds:uri="8f7335e6-a38f-466f-8f62-29154e54f9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38</TotalTime>
  <Words>268</Words>
  <Application>Microsoft Office PowerPoint</Application>
  <PresentationFormat>Personalizar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Miharu Maguinoria Matsuura Matos</dc:creator>
  <cp:lastModifiedBy>Daniel Vieira Pinto</cp:lastModifiedBy>
  <cp:revision>5</cp:revision>
  <cp:lastPrinted>2023-09-06T18:54:59Z</cp:lastPrinted>
  <dcterms:created xsi:type="dcterms:W3CDTF">2023-09-06T18:01:45Z</dcterms:created>
  <dcterms:modified xsi:type="dcterms:W3CDTF">2026-10-05T19:04:45Z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0x010100A9D3C2F5B6928B45B998840343FF8DA7</vt:lpwstr>
  </property>
</Properties>
</file>