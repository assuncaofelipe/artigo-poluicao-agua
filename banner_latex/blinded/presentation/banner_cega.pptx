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2400000" cy="43199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ner_ceg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400000" cy="43199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